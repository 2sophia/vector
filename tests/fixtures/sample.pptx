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it-I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F2218C-C939-4D83-B4AB-BF88C1D097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it-IT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it-IT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it-IT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it-IT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it-IT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it-IT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it-IT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it-I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it-IT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it-I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it-I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it-IT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it-IT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it-IT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E8C15A7-F837-427A-A2F9-209B447ED717}" type="slidenum">
              <a:rPr b="0" lang="it-IT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it-IT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 txBox="1"/>
          <p:nvPr/>
        </p:nvSpPr>
        <p:spPr>
          <a:xfrm>
            <a:off x="720000" y="720000"/>
            <a:ext cx="7920000" cy="108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Documento di prova Sophia Vector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720000" y="2160000"/>
            <a:ext cx="792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Obblighi di trasparenza verso il cliente.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it-IT" sz="1800" spc="-1" strike="noStrike">
                <a:solidFill>
                  <a:srgbClr val="000000"/>
                </a:solidFill>
                <a:latin typeface="Arial"/>
              </a:rPr>
              <a:t>IBAN IT60X0542811101000000123456.</a:t>
            </a:r>
            <a:endParaRPr b="0" lang="it-IT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it-IT</dc:language>
  <cp:lastModifiedBy/>
  <cp:revision>0</cp:revision>
  <dc:subject/>
  <dc:title/>
</cp:coreProperties>
</file>