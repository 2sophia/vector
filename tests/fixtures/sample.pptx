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B9BCCE-188A-40E2-928A-6E3DF450C1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453BF4F-2E18-410C-B07B-8D601BE41A39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Documento di prova Sophia Vector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2160000"/>
            <a:ext cx="792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Obblighi di trasparenza verso il cliente.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IBAN IT60X0542811101000000123456.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cp:revision>0</cp:revision>
  <dc:subject/>
  <dc:title/>
</cp:coreProperties>
</file>